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BBA44-73A0-47C3-9BA3-8EA9663E3B45}" v="12" dt="2026-07-24T03:32:1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inivuyyala@outlook.com" userId="45c2176c654f305e" providerId="LiveId" clId="{42A66572-C29C-45F9-A41C-AE5D7BD38350}"/>
    <pc:docChg chg="undo custSel addSld delSld modSld sldOrd">
      <pc:chgData name="shalinivuyyala@outlook.com" userId="45c2176c654f305e" providerId="LiveId" clId="{42A66572-C29C-45F9-A41C-AE5D7BD38350}" dt="2026-07-24T03:46:18.948" v="1026"/>
      <pc:docMkLst>
        <pc:docMk/>
      </pc:docMkLst>
      <pc:sldChg chg="addSp delSp modSp mod">
        <pc:chgData name="shalinivuyyala@outlook.com" userId="45c2176c654f305e" providerId="LiveId" clId="{42A66572-C29C-45F9-A41C-AE5D7BD38350}" dt="2026-07-24T03:26:08.746" v="796" actId="207"/>
        <pc:sldMkLst>
          <pc:docMk/>
          <pc:sldMk cId="2803317477" sldId="257"/>
        </pc:sldMkLst>
        <pc:spChg chg="add del mod">
          <ac:chgData name="shalinivuyyala@outlook.com" userId="45c2176c654f305e" providerId="LiveId" clId="{42A66572-C29C-45F9-A41C-AE5D7BD38350}" dt="2026-07-24T03:26:08.746" v="796" actId="207"/>
          <ac:spMkLst>
            <pc:docMk/>
            <pc:sldMk cId="2803317477" sldId="257"/>
            <ac:spMk id="2" creationId="{6DED4D7B-0611-39E3-CF21-6B18EBB2C3A4}"/>
          </ac:spMkLst>
        </pc:spChg>
        <pc:spChg chg="add del mod">
          <ac:chgData name="shalinivuyyala@outlook.com" userId="45c2176c654f305e" providerId="LiveId" clId="{42A66572-C29C-45F9-A41C-AE5D7BD38350}" dt="2026-07-24T03:23:17.423" v="736" actId="478"/>
          <ac:spMkLst>
            <pc:docMk/>
            <pc:sldMk cId="2803317477" sldId="257"/>
            <ac:spMk id="6" creationId="{AA1BAF31-FBD0-AD68-0D0A-844A70FC8C3D}"/>
          </ac:spMkLst>
        </pc:spChg>
      </pc:sldChg>
      <pc:sldChg chg="addSp delSp modSp mod">
        <pc:chgData name="shalinivuyyala@outlook.com" userId="45c2176c654f305e" providerId="LiveId" clId="{42A66572-C29C-45F9-A41C-AE5D7BD38350}" dt="2026-07-24T03:20:34.334" v="722" actId="1076"/>
        <pc:sldMkLst>
          <pc:docMk/>
          <pc:sldMk cId="4149451402" sldId="258"/>
        </pc:sldMkLst>
        <pc:spChg chg="mod">
          <ac:chgData name="shalinivuyyala@outlook.com" userId="45c2176c654f305e" providerId="LiveId" clId="{42A66572-C29C-45F9-A41C-AE5D7BD38350}" dt="2026-07-24T02:53:51.334" v="122" actId="2710"/>
          <ac:spMkLst>
            <pc:docMk/>
            <pc:sldMk cId="4149451402" sldId="258"/>
            <ac:spMk id="2" creationId="{26F24868-BB78-4BF6-A862-5665651DD373}"/>
          </ac:spMkLst>
        </pc:spChg>
        <pc:spChg chg="add del">
          <ac:chgData name="shalinivuyyala@outlook.com" userId="45c2176c654f305e" providerId="LiveId" clId="{42A66572-C29C-45F9-A41C-AE5D7BD38350}" dt="2026-07-24T03:20:24.789" v="718" actId="22"/>
          <ac:spMkLst>
            <pc:docMk/>
            <pc:sldMk cId="4149451402" sldId="258"/>
            <ac:spMk id="5" creationId="{105C4E4E-E750-95C9-FF69-BB0A8C58DEB4}"/>
          </ac:spMkLst>
        </pc:spChg>
        <pc:picChg chg="add mod">
          <ac:chgData name="shalinivuyyala@outlook.com" userId="45c2176c654f305e" providerId="LiveId" clId="{42A66572-C29C-45F9-A41C-AE5D7BD38350}" dt="2026-07-24T03:20:34.334" v="722" actId="1076"/>
          <ac:picMkLst>
            <pc:docMk/>
            <pc:sldMk cId="4149451402" sldId="258"/>
            <ac:picMk id="7" creationId="{37B66759-FCAC-EBA2-A955-6012194DE706}"/>
          </ac:picMkLst>
        </pc:picChg>
      </pc:sldChg>
      <pc:sldChg chg="modSp mod">
        <pc:chgData name="shalinivuyyala@outlook.com" userId="45c2176c654f305e" providerId="LiveId" clId="{42A66572-C29C-45F9-A41C-AE5D7BD38350}" dt="2026-07-24T03:25:33.895" v="779" actId="1076"/>
        <pc:sldMkLst>
          <pc:docMk/>
          <pc:sldMk cId="2940539805" sldId="259"/>
        </pc:sldMkLst>
        <pc:spChg chg="mod">
          <ac:chgData name="shalinivuyyala@outlook.com" userId="45c2176c654f305e" providerId="LiveId" clId="{42A66572-C29C-45F9-A41C-AE5D7BD38350}" dt="2026-07-24T03:25:33.895" v="779" actId="1076"/>
          <ac:spMkLst>
            <pc:docMk/>
            <pc:sldMk cId="2940539805" sldId="259"/>
            <ac:spMk id="2" creationId="{574DAAED-B16F-1F8B-39BB-3E20AF225EF9}"/>
          </ac:spMkLst>
        </pc:spChg>
      </pc:sldChg>
      <pc:sldChg chg="del">
        <pc:chgData name="shalinivuyyala@outlook.com" userId="45c2176c654f305e" providerId="LiveId" clId="{42A66572-C29C-45F9-A41C-AE5D7BD38350}" dt="2026-07-24T03:20:52.940" v="723" actId="2696"/>
        <pc:sldMkLst>
          <pc:docMk/>
          <pc:sldMk cId="1278244071" sldId="260"/>
        </pc:sldMkLst>
      </pc:sldChg>
      <pc:sldChg chg="addSp delSp modSp mod">
        <pc:chgData name="shalinivuyyala@outlook.com" userId="45c2176c654f305e" providerId="LiveId" clId="{42A66572-C29C-45F9-A41C-AE5D7BD38350}" dt="2026-07-24T03:25:46.286" v="789"/>
        <pc:sldMkLst>
          <pc:docMk/>
          <pc:sldMk cId="402455424" sldId="261"/>
        </pc:sldMkLst>
        <pc:spChg chg="mod">
          <ac:chgData name="shalinivuyyala@outlook.com" userId="45c2176c654f305e" providerId="LiveId" clId="{42A66572-C29C-45F9-A41C-AE5D7BD38350}" dt="2026-07-24T03:25:46.286" v="789"/>
          <ac:spMkLst>
            <pc:docMk/>
            <pc:sldMk cId="402455424" sldId="261"/>
            <ac:spMk id="2" creationId="{C47CB8BF-6E79-C1DF-61F3-8A0EE6A64A32}"/>
          </ac:spMkLst>
        </pc:spChg>
        <pc:spChg chg="mod">
          <ac:chgData name="shalinivuyyala@outlook.com" userId="45c2176c654f305e" providerId="LiveId" clId="{42A66572-C29C-45F9-A41C-AE5D7BD38350}" dt="2026-07-24T03:25:46.286" v="789"/>
          <ac:spMkLst>
            <pc:docMk/>
            <pc:sldMk cId="402455424" sldId="261"/>
            <ac:spMk id="3" creationId="{11FB2680-365C-773C-FEE0-C539AE2A9998}"/>
          </ac:spMkLst>
        </pc:spChg>
        <pc:spChg chg="add del">
          <ac:chgData name="shalinivuyyala@outlook.com" userId="45c2176c654f305e" providerId="LiveId" clId="{42A66572-C29C-45F9-A41C-AE5D7BD38350}" dt="2026-07-24T03:21:21.823" v="726" actId="22"/>
          <ac:spMkLst>
            <pc:docMk/>
            <pc:sldMk cId="402455424" sldId="261"/>
            <ac:spMk id="5" creationId="{E5BD0C9A-670B-63BB-42B2-AAA8C403B55C}"/>
          </ac:spMkLst>
        </pc:spChg>
        <pc:picChg chg="add mod">
          <ac:chgData name="shalinivuyyala@outlook.com" userId="45c2176c654f305e" providerId="LiveId" clId="{42A66572-C29C-45F9-A41C-AE5D7BD38350}" dt="2026-07-24T03:21:24.849" v="728" actId="1076"/>
          <ac:picMkLst>
            <pc:docMk/>
            <pc:sldMk cId="402455424" sldId="261"/>
            <ac:picMk id="7" creationId="{14D4B2D9-298C-28EF-C265-F882185D5BE2}"/>
          </ac:picMkLst>
        </pc:picChg>
      </pc:sldChg>
      <pc:sldChg chg="modSp del mod">
        <pc:chgData name="shalinivuyyala@outlook.com" userId="45c2176c654f305e" providerId="LiveId" clId="{42A66572-C29C-45F9-A41C-AE5D7BD38350}" dt="2026-07-24T03:43:33.644" v="1024" actId="2696"/>
        <pc:sldMkLst>
          <pc:docMk/>
          <pc:sldMk cId="3794305820" sldId="262"/>
        </pc:sldMkLst>
        <pc:spChg chg="mod">
          <ac:chgData name="shalinivuyyala@outlook.com" userId="45c2176c654f305e" providerId="LiveId" clId="{42A66572-C29C-45F9-A41C-AE5D7BD38350}" dt="2026-07-24T03:25:30.473" v="768" actId="14100"/>
          <ac:spMkLst>
            <pc:docMk/>
            <pc:sldMk cId="3794305820" sldId="262"/>
            <ac:spMk id="2" creationId="{FC16A83C-4877-A9A5-CD1F-4D6B501DE9B2}"/>
          </ac:spMkLst>
        </pc:spChg>
      </pc:sldChg>
      <pc:sldChg chg="modSp mod">
        <pc:chgData name="shalinivuyyala@outlook.com" userId="45c2176c654f305e" providerId="LiveId" clId="{42A66572-C29C-45F9-A41C-AE5D7BD38350}" dt="2026-07-24T03:25:29.635" v="766" actId="14100"/>
        <pc:sldMkLst>
          <pc:docMk/>
          <pc:sldMk cId="1830574296" sldId="263"/>
        </pc:sldMkLst>
        <pc:spChg chg="mod">
          <ac:chgData name="shalinivuyyala@outlook.com" userId="45c2176c654f305e" providerId="LiveId" clId="{42A66572-C29C-45F9-A41C-AE5D7BD38350}" dt="2026-07-24T03:25:29.635" v="766" actId="14100"/>
          <ac:spMkLst>
            <pc:docMk/>
            <pc:sldMk cId="1830574296" sldId="263"/>
            <ac:spMk id="2" creationId="{00FEB712-E42A-E502-DFB9-EDA17F4DEEE7}"/>
          </ac:spMkLst>
        </pc:spChg>
      </pc:sldChg>
      <pc:sldChg chg="addSp delSp modSp mod">
        <pc:chgData name="shalinivuyyala@outlook.com" userId="45c2176c654f305e" providerId="LiveId" clId="{42A66572-C29C-45F9-A41C-AE5D7BD38350}" dt="2026-07-24T03:36:47.007" v="1023" actId="1076"/>
        <pc:sldMkLst>
          <pc:docMk/>
          <pc:sldMk cId="2623896813" sldId="264"/>
        </pc:sldMkLst>
        <pc:spChg chg="mod">
          <ac:chgData name="shalinivuyyala@outlook.com" userId="45c2176c654f305e" providerId="LiveId" clId="{42A66572-C29C-45F9-A41C-AE5D7BD38350}" dt="2026-07-24T03:25:46.286" v="789"/>
          <ac:spMkLst>
            <pc:docMk/>
            <pc:sldMk cId="2623896813" sldId="264"/>
            <ac:spMk id="2" creationId="{2B60BA37-6176-4027-87CA-688124F30C77}"/>
          </ac:spMkLst>
        </pc:spChg>
        <pc:spChg chg="add del">
          <ac:chgData name="shalinivuyyala@outlook.com" userId="45c2176c654f305e" providerId="LiveId" clId="{42A66572-C29C-45F9-A41C-AE5D7BD38350}" dt="2026-07-24T03:36:42.760" v="1021" actId="22"/>
          <ac:spMkLst>
            <pc:docMk/>
            <pc:sldMk cId="2623896813" sldId="264"/>
            <ac:spMk id="5" creationId="{71A5878B-4B3F-C7A3-0E67-7327A0EBFEA2}"/>
          </ac:spMkLst>
        </pc:spChg>
        <pc:picChg chg="add mod">
          <ac:chgData name="shalinivuyyala@outlook.com" userId="45c2176c654f305e" providerId="LiveId" clId="{42A66572-C29C-45F9-A41C-AE5D7BD38350}" dt="2026-07-24T03:36:47.007" v="1023" actId="1076"/>
          <ac:picMkLst>
            <pc:docMk/>
            <pc:sldMk cId="2623896813" sldId="264"/>
            <ac:picMk id="7" creationId="{4DE01591-D597-527C-6A0C-B6DD53DA5052}"/>
          </ac:picMkLst>
        </pc:picChg>
      </pc:sldChg>
      <pc:sldChg chg="addSp delSp modSp mod">
        <pc:chgData name="shalinivuyyala@outlook.com" userId="45c2176c654f305e" providerId="LiveId" clId="{42A66572-C29C-45F9-A41C-AE5D7BD38350}" dt="2026-07-24T03:36:14.227" v="1018" actId="1076"/>
        <pc:sldMkLst>
          <pc:docMk/>
          <pc:sldMk cId="632387039" sldId="267"/>
        </pc:sldMkLst>
        <pc:spChg chg="mod">
          <ac:chgData name="shalinivuyyala@outlook.com" userId="45c2176c654f305e" providerId="LiveId" clId="{42A66572-C29C-45F9-A41C-AE5D7BD38350}" dt="2026-07-24T03:25:46.286" v="789"/>
          <ac:spMkLst>
            <pc:docMk/>
            <pc:sldMk cId="632387039" sldId="267"/>
            <ac:spMk id="2" creationId="{9E8BD481-4558-8097-1124-69305B1F6AB5}"/>
          </ac:spMkLst>
        </pc:spChg>
        <pc:spChg chg="add del">
          <ac:chgData name="shalinivuyyala@outlook.com" userId="45c2176c654f305e" providerId="LiveId" clId="{42A66572-C29C-45F9-A41C-AE5D7BD38350}" dt="2026-07-24T03:36:06.391" v="1014" actId="22"/>
          <ac:spMkLst>
            <pc:docMk/>
            <pc:sldMk cId="632387039" sldId="267"/>
            <ac:spMk id="5" creationId="{7506EEBE-AC98-6C75-FB33-EC76AB85FC1E}"/>
          </ac:spMkLst>
        </pc:spChg>
        <pc:picChg chg="add mod">
          <ac:chgData name="shalinivuyyala@outlook.com" userId="45c2176c654f305e" providerId="LiveId" clId="{42A66572-C29C-45F9-A41C-AE5D7BD38350}" dt="2026-07-24T03:36:14.227" v="1018" actId="1076"/>
          <ac:picMkLst>
            <pc:docMk/>
            <pc:sldMk cId="632387039" sldId="267"/>
            <ac:picMk id="7" creationId="{C744629B-039C-6F4B-373C-A98BB2E5E21C}"/>
          </ac:picMkLst>
        </pc:picChg>
      </pc:sldChg>
      <pc:sldChg chg="addSp modSp mod">
        <pc:chgData name="shalinivuyyala@outlook.com" userId="45c2176c654f305e" providerId="LiveId" clId="{42A66572-C29C-45F9-A41C-AE5D7BD38350}" dt="2026-07-24T03:27:27.241" v="806" actId="14100"/>
        <pc:sldMkLst>
          <pc:docMk/>
          <pc:sldMk cId="2953280245" sldId="268"/>
        </pc:sldMkLst>
        <pc:spChg chg="mod">
          <ac:chgData name="shalinivuyyala@outlook.com" userId="45c2176c654f305e" providerId="LiveId" clId="{42A66572-C29C-45F9-A41C-AE5D7BD38350}" dt="2026-07-24T03:27:10.092" v="801"/>
          <ac:spMkLst>
            <pc:docMk/>
            <pc:sldMk cId="2953280245" sldId="268"/>
            <ac:spMk id="3" creationId="{A9344567-4E9B-D5CB-0D7E-20652712153F}"/>
          </ac:spMkLst>
        </pc:spChg>
        <pc:spChg chg="add mod">
          <ac:chgData name="shalinivuyyala@outlook.com" userId="45c2176c654f305e" providerId="LiveId" clId="{42A66572-C29C-45F9-A41C-AE5D7BD38350}" dt="2026-07-24T03:27:27.241" v="806" actId="14100"/>
          <ac:spMkLst>
            <pc:docMk/>
            <pc:sldMk cId="2953280245" sldId="268"/>
            <ac:spMk id="4" creationId="{463B8E6E-3D5C-5F91-23D2-ED24D31758F3}"/>
          </ac:spMkLst>
        </pc:spChg>
      </pc:sldChg>
      <pc:sldChg chg="add del">
        <pc:chgData name="shalinivuyyala@outlook.com" userId="45c2176c654f305e" providerId="LiveId" clId="{42A66572-C29C-45F9-A41C-AE5D7BD38350}" dt="2026-07-24T03:27:32.502" v="807" actId="2696"/>
        <pc:sldMkLst>
          <pc:docMk/>
          <pc:sldMk cId="3756838701" sldId="269"/>
        </pc:sldMkLst>
      </pc:sldChg>
      <pc:sldChg chg="addSp delSp modSp mod">
        <pc:chgData name="shalinivuyyala@outlook.com" userId="45c2176c654f305e" providerId="LiveId" clId="{42A66572-C29C-45F9-A41C-AE5D7BD38350}" dt="2026-07-24T03:34:19.752" v="985" actId="1076"/>
        <pc:sldMkLst>
          <pc:docMk/>
          <pc:sldMk cId="1287112801" sldId="270"/>
        </pc:sldMkLst>
        <pc:spChg chg="mod">
          <ac:chgData name="shalinivuyyala@outlook.com" userId="45c2176c654f305e" providerId="LiveId" clId="{42A66572-C29C-45F9-A41C-AE5D7BD38350}" dt="2026-07-24T03:25:46.377" v="790" actId="27636"/>
          <ac:spMkLst>
            <pc:docMk/>
            <pc:sldMk cId="1287112801" sldId="270"/>
            <ac:spMk id="2" creationId="{653DE23E-FABD-FB53-798D-DE6924693BC6}"/>
          </ac:spMkLst>
        </pc:spChg>
        <pc:spChg chg="mod">
          <ac:chgData name="shalinivuyyala@outlook.com" userId="45c2176c654f305e" providerId="LiveId" clId="{42A66572-C29C-45F9-A41C-AE5D7BD38350}" dt="2026-07-24T03:25:46.379" v="791" actId="27636"/>
          <ac:spMkLst>
            <pc:docMk/>
            <pc:sldMk cId="1287112801" sldId="270"/>
            <ac:spMk id="3" creationId="{AEB033CB-01D0-D01D-07ED-FE6ABB3DDF7C}"/>
          </ac:spMkLst>
        </pc:spChg>
        <pc:spChg chg="add del">
          <ac:chgData name="shalinivuyyala@outlook.com" userId="45c2176c654f305e" providerId="LiveId" clId="{42A66572-C29C-45F9-A41C-AE5D7BD38350}" dt="2026-07-24T03:34:11.731" v="981" actId="22"/>
          <ac:spMkLst>
            <pc:docMk/>
            <pc:sldMk cId="1287112801" sldId="270"/>
            <ac:spMk id="5" creationId="{0CBAD157-AE12-4973-1D79-6ECED287444A}"/>
          </ac:spMkLst>
        </pc:spChg>
        <pc:picChg chg="add mod">
          <ac:chgData name="shalinivuyyala@outlook.com" userId="45c2176c654f305e" providerId="LiveId" clId="{42A66572-C29C-45F9-A41C-AE5D7BD38350}" dt="2026-07-24T03:34:19.752" v="985" actId="1076"/>
          <ac:picMkLst>
            <pc:docMk/>
            <pc:sldMk cId="1287112801" sldId="270"/>
            <ac:picMk id="7" creationId="{09D5C91E-C160-D07E-610D-087837C6B509}"/>
          </ac:picMkLst>
        </pc:picChg>
      </pc:sldChg>
      <pc:sldChg chg="addSp modSp mod ord">
        <pc:chgData name="shalinivuyyala@outlook.com" userId="45c2176c654f305e" providerId="LiveId" clId="{42A66572-C29C-45F9-A41C-AE5D7BD38350}" dt="2026-07-24T03:46:18.948" v="1026"/>
        <pc:sldMkLst>
          <pc:docMk/>
          <pc:sldMk cId="3085851439" sldId="271"/>
        </pc:sldMkLst>
        <pc:spChg chg="mod">
          <ac:chgData name="shalinivuyyala@outlook.com" userId="45c2176c654f305e" providerId="LiveId" clId="{42A66572-C29C-45F9-A41C-AE5D7BD38350}" dt="2026-07-24T03:35:40.733" v="1011" actId="113"/>
          <ac:spMkLst>
            <pc:docMk/>
            <pc:sldMk cId="3085851439" sldId="271"/>
            <ac:spMk id="2" creationId="{646228E8-3DE7-6EF3-9BD7-A9EFD127AA62}"/>
          </ac:spMkLst>
        </pc:spChg>
        <pc:spChg chg="mod">
          <ac:chgData name="shalinivuyyala@outlook.com" userId="45c2176c654f305e" providerId="LiveId" clId="{42A66572-C29C-45F9-A41C-AE5D7BD38350}" dt="2026-07-24T03:34:57.174" v="999" actId="27636"/>
          <ac:spMkLst>
            <pc:docMk/>
            <pc:sldMk cId="3085851439" sldId="271"/>
            <ac:spMk id="3" creationId="{651AAD80-89BD-8176-8EC0-58C355EF102E}"/>
          </ac:spMkLst>
        </pc:spChg>
        <pc:spChg chg="add mod">
          <ac:chgData name="shalinivuyyala@outlook.com" userId="45c2176c654f305e" providerId="LiveId" clId="{42A66572-C29C-45F9-A41C-AE5D7BD38350}" dt="2026-07-24T03:35:29.849" v="1009" actId="14100"/>
          <ac:spMkLst>
            <pc:docMk/>
            <pc:sldMk cId="3085851439" sldId="271"/>
            <ac:spMk id="5" creationId="{060DA575-D69C-3845-B365-E75A90CB9931}"/>
          </ac:spMkLst>
        </pc:spChg>
      </pc:sldChg>
      <pc:sldChg chg="del ord">
        <pc:chgData name="shalinivuyyala@outlook.com" userId="45c2176c654f305e" providerId="LiveId" clId="{42A66572-C29C-45F9-A41C-AE5D7BD38350}" dt="2026-07-24T03:33:43.936" v="978" actId="2696"/>
        <pc:sldMkLst>
          <pc:docMk/>
          <pc:sldMk cId="1233271234" sldId="273"/>
        </pc:sldMkLst>
      </pc:sldChg>
      <pc:sldChg chg="modSp new del mod ord">
        <pc:chgData name="shalinivuyyala@outlook.com" userId="45c2176c654f305e" providerId="LiveId" clId="{42A66572-C29C-45F9-A41C-AE5D7BD38350}" dt="2026-07-24T03:30:45.021" v="875" actId="2696"/>
        <pc:sldMkLst>
          <pc:docMk/>
          <pc:sldMk cId="425064598" sldId="274"/>
        </pc:sldMkLst>
        <pc:spChg chg="mod">
          <ac:chgData name="shalinivuyyala@outlook.com" userId="45c2176c654f305e" providerId="LiveId" clId="{42A66572-C29C-45F9-A41C-AE5D7BD38350}" dt="2026-07-24T03:29:00.039" v="862" actId="20577"/>
          <ac:spMkLst>
            <pc:docMk/>
            <pc:sldMk cId="425064598" sldId="274"/>
            <ac:spMk id="2" creationId="{76BAF828-0C58-EBCA-95CA-022C8D70BBF4}"/>
          </ac:spMkLst>
        </pc:spChg>
        <pc:spChg chg="mod">
          <ac:chgData name="shalinivuyyala@outlook.com" userId="45c2176c654f305e" providerId="LiveId" clId="{42A66572-C29C-45F9-A41C-AE5D7BD38350}" dt="2026-07-24T03:30:39.752" v="874" actId="27636"/>
          <ac:spMkLst>
            <pc:docMk/>
            <pc:sldMk cId="425064598" sldId="274"/>
            <ac:spMk id="3" creationId="{3D2DB86F-E0E2-C406-B32A-5603A4769B1F}"/>
          </ac:spMkLst>
        </pc:spChg>
        <pc:spChg chg="mod">
          <ac:chgData name="shalinivuyyala@outlook.com" userId="45c2176c654f305e" providerId="LiveId" clId="{42A66572-C29C-45F9-A41C-AE5D7BD38350}" dt="2026-07-24T03:30:39.751" v="873" actId="27636"/>
          <ac:spMkLst>
            <pc:docMk/>
            <pc:sldMk cId="425064598" sldId="274"/>
            <ac:spMk id="5" creationId="{1A43381C-3208-3DF4-99A4-EC03DD397F70}"/>
          </ac:spMkLst>
        </pc:spChg>
      </pc:sldChg>
      <pc:sldChg chg="addSp modSp new mod ord">
        <pc:chgData name="shalinivuyyala@outlook.com" userId="45c2176c654f305e" providerId="LiveId" clId="{42A66572-C29C-45F9-A41C-AE5D7BD38350}" dt="2026-07-24T03:33:32.369" v="977" actId="14100"/>
        <pc:sldMkLst>
          <pc:docMk/>
          <pc:sldMk cId="1319931985" sldId="274"/>
        </pc:sldMkLst>
        <pc:spChg chg="mod">
          <ac:chgData name="shalinivuyyala@outlook.com" userId="45c2176c654f305e" providerId="LiveId" clId="{42A66572-C29C-45F9-A41C-AE5D7BD38350}" dt="2026-07-24T03:31:19.561" v="939" actId="20577"/>
          <ac:spMkLst>
            <pc:docMk/>
            <pc:sldMk cId="1319931985" sldId="274"/>
            <ac:spMk id="2" creationId="{936B401F-6A7C-3904-E6BF-C6E314095E62}"/>
          </ac:spMkLst>
        </pc:spChg>
        <pc:spChg chg="mod">
          <ac:chgData name="shalinivuyyala@outlook.com" userId="45c2176c654f305e" providerId="LiveId" clId="{42A66572-C29C-45F9-A41C-AE5D7BD38350}" dt="2026-07-24T03:33:23.643" v="975" actId="27636"/>
          <ac:spMkLst>
            <pc:docMk/>
            <pc:sldMk cId="1319931985" sldId="274"/>
            <ac:spMk id="3" creationId="{09CE7FEF-3416-7911-FB26-3039C0F49ABC}"/>
          </ac:spMkLst>
        </pc:spChg>
        <pc:spChg chg="add mod">
          <ac:chgData name="shalinivuyyala@outlook.com" userId="45c2176c654f305e" providerId="LiveId" clId="{42A66572-C29C-45F9-A41C-AE5D7BD38350}" dt="2026-07-24T03:33:32.369" v="977" actId="14100"/>
          <ac:spMkLst>
            <pc:docMk/>
            <pc:sldMk cId="1319931985" sldId="274"/>
            <ac:spMk id="5" creationId="{AB817F4E-CD0D-67BE-A3F3-8D8A79BA2554}"/>
          </ac:spMkLst>
        </pc:spChg>
      </pc:sldChg>
      <pc:sldChg chg="del">
        <pc:chgData name="shalinivuyyala@outlook.com" userId="45c2176c654f305e" providerId="LiveId" clId="{42A66572-C29C-45F9-A41C-AE5D7BD38350}" dt="2026-07-24T03:19:54.521" v="713" actId="2696"/>
        <pc:sldMkLst>
          <pc:docMk/>
          <pc:sldMk cId="2192982401" sldId="274"/>
        </pc:sldMkLst>
      </pc:sldChg>
      <pc:sldChg chg="new del ord">
        <pc:chgData name="shalinivuyyala@outlook.com" userId="45c2176c654f305e" providerId="LiveId" clId="{42A66572-C29C-45F9-A41C-AE5D7BD38350}" dt="2026-07-24T03:28:15.220" v="813" actId="2696"/>
        <pc:sldMkLst>
          <pc:docMk/>
          <pc:sldMk cId="2815889876" sldId="274"/>
        </pc:sldMkLst>
      </pc:sldChg>
      <pc:sldChg chg="add del">
        <pc:chgData name="shalinivuyyala@outlook.com" userId="45c2176c654f305e" providerId="LiveId" clId="{42A66572-C29C-45F9-A41C-AE5D7BD38350}" dt="2026-07-24T03:20:08.294" v="715" actId="2696"/>
        <pc:sldMkLst>
          <pc:docMk/>
          <pc:sldMk cId="3811884984" sldId="274"/>
        </pc:sldMkLst>
      </pc:sldChg>
      <pc:sldChg chg="del">
        <pc:chgData name="shalinivuyyala@outlook.com" userId="45c2176c654f305e" providerId="LiveId" clId="{42A66572-C29C-45F9-A41C-AE5D7BD38350}" dt="2026-07-24T03:22:01.955" v="729" actId="2696"/>
        <pc:sldMkLst>
          <pc:docMk/>
          <pc:sldMk cId="3611690770" sldId="275"/>
        </pc:sldMkLst>
      </pc:sldChg>
      <pc:sldChg chg="del">
        <pc:chgData name="shalinivuyyala@outlook.com" userId="45c2176c654f305e" providerId="LiveId" clId="{42A66572-C29C-45F9-A41C-AE5D7BD38350}" dt="2026-07-24T03:27:37.223" v="808" actId="2696"/>
        <pc:sldMkLst>
          <pc:docMk/>
          <pc:sldMk cId="4220020912" sldId="276"/>
        </pc:sldMkLst>
      </pc:sldChg>
      <pc:sldChg chg="del">
        <pc:chgData name="shalinivuyyala@outlook.com" userId="45c2176c654f305e" providerId="LiveId" clId="{42A66572-C29C-45F9-A41C-AE5D7BD38350}" dt="2026-07-24T03:27:51.143" v="809" actId="2696"/>
        <pc:sldMkLst>
          <pc:docMk/>
          <pc:sldMk cId="248590489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72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1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70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77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0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26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5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5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9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88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40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4D7B-0611-39E3-CF21-6B18EBB2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747" y="2512142"/>
            <a:ext cx="9603275" cy="142076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based scenarios by identifying entities and relationships</a:t>
            </a:r>
            <a:b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4281F-F416-0E26-F6F9-2070C8E67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155" y="4345858"/>
            <a:ext cx="2835086" cy="1602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Presnted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:</a:t>
            </a: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V.Shalini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05943D6-50FF-5E28-5B15-19D1A11667AB}"/>
              </a:ext>
            </a:extLst>
          </p:cNvPr>
          <p:cNvSpPr/>
          <p:nvPr/>
        </p:nvSpPr>
        <p:spPr>
          <a:xfrm>
            <a:off x="1441747" y="155812"/>
            <a:ext cx="9603275" cy="1741814"/>
          </a:xfrm>
          <a:custGeom>
            <a:avLst/>
            <a:gdLst/>
            <a:ahLst/>
            <a:cxnLst/>
            <a:rect l="l" t="t" r="r" b="b"/>
            <a:pathLst>
              <a:path w="18288000" h="2153961">
                <a:moveTo>
                  <a:pt x="0" y="0"/>
                </a:moveTo>
                <a:lnTo>
                  <a:pt x="18288000" y="0"/>
                </a:lnTo>
                <a:lnTo>
                  <a:pt x="18288000" y="2153961"/>
                </a:lnTo>
                <a:lnTo>
                  <a:pt x="0" y="2153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40" b="-3012"/>
            </a:stretch>
          </a:blipFill>
        </p:spPr>
      </p:sp>
    </p:spTree>
    <p:extLst>
      <p:ext uri="{BB962C8B-B14F-4D97-AF65-F5344CB8AC3E}">
        <p14:creationId xmlns:p14="http://schemas.microsoft.com/office/powerpoint/2010/main" val="280331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4868-BB78-4BF6-A862-5665651D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4733"/>
            <a:ext cx="9603275" cy="16590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and present an er diagram for an online library system, explaining each component clearly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47D6-27A3-E600-B5F3-B3D2D13B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87680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 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book information.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member records.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book issue and return.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by librarians.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an ER diagram for database design.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66759-FCAC-EBA2-A955-6012194DE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561" y="2167466"/>
            <a:ext cx="3737355" cy="332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5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AAED-B16F-1F8B-39BB-3E20AF22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577" y="1283228"/>
            <a:ext cx="6154993" cy="12093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 COMPONENTS</a:t>
            </a:r>
            <a:br>
              <a:rPr lang="en-US" b="1" dirty="0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36FFE-81A3-12AE-8DE1-176419F2E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87912"/>
            <a:ext cx="9603275" cy="403590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                                                                        </a:t>
            </a:r>
            <a:r>
              <a:rPr lang="en-IN" sz="8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                                                                        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                                                                   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 Record </a:t>
            </a:r>
          </a:p>
          <a:p>
            <a:pPr marL="0" indent="0">
              <a:buNone/>
            </a:pPr>
            <a:r>
              <a:rPr lang="en-IN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  <a:r>
              <a:rPr lang="en-IN" sz="7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IN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ID                                                                     Member borrows Book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ID                                                                Librarian manages Books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Title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53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B8BF-6E79-C1DF-61F3-8A0EE6A6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2.Prepare a presentation on the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demonstrating generalization and specialization with a university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2680-365C-773C-FEE0-C539AE2A9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ER (EER) Model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version of ER model.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detailed data.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inheritance.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related entities.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database design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4B2D9-298C-28EF-C265-F882185D5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00" y="2015732"/>
            <a:ext cx="3733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B712-E42A-E502-DFB9-EDA17F4D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224" y="1391655"/>
            <a:ext cx="9603275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455B7-987D-563E-453C-04AB1968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091492" cy="42474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one entity into smaller groups.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→ Student, Teacher, Staff.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group has unique details.</a:t>
            </a:r>
          </a:p>
          <a:p>
            <a:pPr marL="0" indent="0">
              <a:buNone/>
            </a:pPr>
            <a:r>
              <a:rPr lang="en-IN" b="1" dirty="0"/>
              <a:t>Generalization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similar entities.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one common superclass.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database simple.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574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BA37-6176-4027-87CA-688124F3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3.Present the concept of data independence (logical and physical) and its significance in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2DD5-D245-D909-2D63-73C8D508A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3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change without affecting users.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database flexibility.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maintenance.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changes.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application updates.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01591-D597-527C-6A0C-B6DD53DA5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267" y="2062375"/>
            <a:ext cx="3505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96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8B0A-5C8A-3A64-FF69-A67E525D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220" y="1391655"/>
            <a:ext cx="8793634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9916-5B14-6ACC-D8C7-E7D799E1D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28800"/>
            <a:ext cx="10209479" cy="43655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storage methods.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file organization.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programs remain the same.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storage performance.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table structure.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new columns.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continue working.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database updates easier.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77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00F7-E73F-7CD5-13A4-EE555ADF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96" y="1391655"/>
            <a:ext cx="8420008" cy="1049235"/>
          </a:xfrm>
        </p:spPr>
        <p:txBody>
          <a:bodyPr/>
          <a:lstStyle/>
          <a:p>
            <a:r>
              <a:rPr lang="en-IN" dirty="0"/>
              <a:t>IMPORTANCE OF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AB1-7129-3C0C-6076-B2A4AD08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4429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development time.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database maintenance.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system growth.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user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4795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481-4558-8097-1124-69305B1F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Deliver a technical presentation on the software components of 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explaining query processor , storage manager, and transaction manager.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E2740-4852-17DD-4AE5-64F214E1D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71252"/>
            <a:ext cx="9603275" cy="319509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manages database operations.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different software components.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retrieves data.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requests.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reliable database performance.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4629B-039C-6F4B-373C-A98BB2E5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628" y="2201937"/>
            <a:ext cx="4855288" cy="319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8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344567-4E9B-D5CB-0D7E-20652712153F}"/>
              </a:ext>
            </a:extLst>
          </p:cNvPr>
          <p:cNvSpPr txBox="1"/>
          <p:nvPr/>
        </p:nvSpPr>
        <p:spPr>
          <a:xfrm>
            <a:off x="1221658" y="691930"/>
            <a:ext cx="1000514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Reads SQL queries.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Checks query errors.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Finds the best execution method.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Returns requested data.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5C2CA-76BB-F839-9629-87EF1D8FC95E}"/>
              </a:ext>
            </a:extLst>
          </p:cNvPr>
          <p:cNvSpPr txBox="1"/>
          <p:nvPr/>
        </p:nvSpPr>
        <p:spPr>
          <a:xfrm>
            <a:off x="1221658" y="3071336"/>
            <a:ext cx="61009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database files.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stored information.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B8E6E-3D5C-5F91-23D2-ED24D31758F3}"/>
              </a:ext>
            </a:extLst>
          </p:cNvPr>
          <p:cNvSpPr txBox="1"/>
          <p:nvPr/>
        </p:nvSpPr>
        <p:spPr>
          <a:xfrm>
            <a:off x="7322573" y="1848021"/>
            <a:ext cx="49371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users.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Commit.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Rollback.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data loss. </a:t>
            </a:r>
          </a:p>
        </p:txBody>
      </p:sp>
    </p:spTree>
    <p:extLst>
      <p:ext uri="{BB962C8B-B14F-4D97-AF65-F5344CB8AC3E}">
        <p14:creationId xmlns:p14="http://schemas.microsoft.com/office/powerpoint/2010/main" val="295328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E23E-FABD-FB53-798D-DE692469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5.Prepare a presentation comparing strong and weak entities in er modelling with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real-word examples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33CB-01D0-D01D-07ED-FE6ABB3D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represent real objects.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database design.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strong or weak.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organize information.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between data.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5C91E-C160-D07E-610D-087837C6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708" y="2337911"/>
            <a:ext cx="4386475" cy="280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1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8E8-3DE7-6EF3-9BD7-A9EFD127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35" y="1296132"/>
            <a:ext cx="7416919" cy="10492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AAD80-89BD-8176-8EC0-58C355EF1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540681"/>
            <a:ext cx="3332087" cy="3021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 primary key.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independently.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identified.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single rectangle.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DA575-D69C-3845-B365-E75A90CB9931}"/>
              </a:ext>
            </a:extLst>
          </p:cNvPr>
          <p:cNvSpPr txBox="1"/>
          <p:nvPr/>
        </p:nvSpPr>
        <p:spPr>
          <a:xfrm>
            <a:off x="7298267" y="2844800"/>
            <a:ext cx="375658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308585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B401F-6A7C-3904-E6BF-C6E31409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WEAK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E7FEF-3416-7911-FB26-3039C0F49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779" y="2159000"/>
            <a:ext cx="4063999" cy="34428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strong entity.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partial key.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exist alone.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double rectangle.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7F4E-CD0D-67BE-A3F3-8D8A79BA2554}"/>
              </a:ext>
            </a:extLst>
          </p:cNvPr>
          <p:cNvSpPr txBox="1"/>
          <p:nvPr/>
        </p:nvSpPr>
        <p:spPr>
          <a:xfrm>
            <a:off x="6981223" y="2489200"/>
            <a:ext cx="377144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Fine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Dependent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</a:t>
            </a:r>
          </a:p>
        </p:txBody>
      </p:sp>
    </p:spTree>
    <p:extLst>
      <p:ext uri="{BB962C8B-B14F-4D97-AF65-F5344CB8AC3E}">
        <p14:creationId xmlns:p14="http://schemas.microsoft.com/office/powerpoint/2010/main" val="13199319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</TotalTime>
  <Words>504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Gill Sans MT</vt:lpstr>
      <vt:lpstr>Times New Roman</vt:lpstr>
      <vt:lpstr>Times New Roman MT Condensed Bold</vt:lpstr>
      <vt:lpstr>Gallery</vt:lpstr>
      <vt:lpstr>Case based scenarios by identifying entities and relationships  TEchnical presentation </vt:lpstr>
      <vt:lpstr>1. Create and present an er diagram for an online library system, explaining each component clearly</vt:lpstr>
      <vt:lpstr>ER DIAGRAM COMPONENTS </vt:lpstr>
      <vt:lpstr>2.Prepare a presentation on the eer model, demonstrating generalization and specialization with a university case</vt:lpstr>
      <vt:lpstr>GENERALIZATION AND SPECIALIZATION</vt:lpstr>
      <vt:lpstr>3.Present the concept of data independence (logical and physical) and its significance in dbms architecture </vt:lpstr>
      <vt:lpstr>TYPES OF DATA INDEPENDENCE</vt:lpstr>
      <vt:lpstr>IMPORTANCE OF DATA INDEPENDENCE</vt:lpstr>
      <vt:lpstr>4. Deliver a technical presentation on the software components of a dbms, explaining query processor , storage manager, and transaction manager.</vt:lpstr>
      <vt:lpstr>PowerPoint Presentation</vt:lpstr>
      <vt:lpstr>5.Prepare a presentation comparing strong and weak entities in er modelling with real-word examples</vt:lpstr>
      <vt:lpstr>Strong Entity</vt:lpstr>
      <vt:lpstr>                                                WEAK ENTITY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Cheekatipalli Chaithanyapriya</dc:creator>
  <cp:lastModifiedBy>shalinivuyyala@outlook.com</cp:lastModifiedBy>
  <cp:revision>1</cp:revision>
  <dcterms:created xsi:type="dcterms:W3CDTF">2026-07-23T15:38:29Z</dcterms:created>
  <dcterms:modified xsi:type="dcterms:W3CDTF">2026-07-24T03:46:29Z</dcterms:modified>
</cp:coreProperties>
</file>